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F2FF"/>
                </a:solidFill>
                <a:latin typeface="Arial"/>
              </a:defRPr>
            </a:pPr>
            <a:r>
              <a:t>RAM Sentinel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Next-Gen RAM Optimization &amp; Secure Volatile 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2FF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RAM Hogging: Browsers consume gigabytes of memory.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Privacy Risks: Deleted files leave persistent forensic traces on SSDs.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Cloud Reliance: Most optimizers require internet telemetry, ruining privacy.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2FF"/>
                </a:solidFill>
              </a:defRPr>
            </a:pPr>
            <a:r>
              <a:t>The Solution - RAM Sentinel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Intelligent: Automates memory cleanup using Windows and Browser APIs.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Secure: Military-grade ephemeral storage (RAM Disk).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Private: 100% Offline. Zero Telemetry. Air-Gap Ready.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Dynamic Ecosystem: Combines Sandboxing, Process management, and Memory Defragmentation.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2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Frontend: Modern Web Dashboard (Glassmorphism &amp; Cyber UI).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Backend: Python + Flask (The Central Neural Brain).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Core Engines: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  - Process Monitor (psutil) &amp; Memory Compactor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  - Tab Purger (Playwright Automation)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  - Ghost Drive (ImDisk Virtual Storage)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2FF"/>
                </a:solidFill>
              </a:defRPr>
            </a:pPr>
            <a:r>
              <a:t>Key Features: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Memory Compactor: Deframents memory &amp; calls Windows EmptyWorkingSet API.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Neural Tab Purger: Pauses inactive browser tabs automatically.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VRAM Scanner: Real-time GPU caching bottleneck monitoring.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Result: Instantly frees up Gigabytes of RAM without closing your apps.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2FF"/>
                </a:solidFill>
              </a:defRPr>
            </a:pPr>
            <a:r>
              <a:t>Key Features: Advanced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Ghost Drive (The Vault): An entire drive that exists strictly in RAM.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Speed: 10x Faster than NVMe SSDs (Over 6,000 MB/s).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Neural Auto-Sandbox: Zero-Trust protection. Isolates any unknown process rapidly consuming RAM.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Emergency Panic: Instantly wipes memory traces and shreds vault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2FF"/>
                </a:solidFill>
              </a:defRPr>
            </a:pPr>
            <a:r>
              <a:t>WAR ROOM (Game Mode)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Maximum Performance Override: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  - Suspends Windows bloatware services (Telemtry, Spooler, Indexer).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  - Demotes all background apps to IDLE CPU Scheduling.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  - Elevates targeted games to HIGH_PRIORITY CPU scheduling.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Automatically fully restores the system state upon deactivation.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2FF"/>
                </a:solidFill>
              </a:defRPr>
            </a:pPr>
            <a:r>
              <a:t>The System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Real-Time Visualization: CPU &amp; RAM Usage Streamed.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Active Live Modules Control Panel.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Plus: System 'Dynamic Island' Desktop Widget for monitoring stats outside the browser.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Offline Toggle.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2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RAM Sentinel is not just a cleaner; it's a Complete Privacy Ecosystem.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Developed to prove that Performance + Privacy should NOT be a tradeoff.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Fully Open Source &amp; Configurable.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